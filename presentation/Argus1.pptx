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F54D-BECA-0088-C4F7-3F28F6F1B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BC879-384F-CA25-6A7A-737CE4484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E306-1490-867A-77E8-6DDBD3A9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97EF-08F5-024A-657F-8CE558AC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D2E45-C3EA-4292-F752-668C6D04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617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8475-D79A-B26C-BB69-E1CA62CB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D974-F5F1-78EA-23F5-CE5ECD54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DF56B-6C50-29D3-C3F2-7D8E78EA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DA76E-C659-13C9-400A-931F13DA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A91D2-86BD-7089-64F2-67A32649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363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A3C5-C08B-9689-E003-7F0211F7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4261-3DCC-46AC-21F3-C09BCB9AB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722AA-EA0D-4C44-7039-2971AFE80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4D42-B5BF-9AF3-D49B-B8064827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CC094-ACC3-3635-3AD6-C240CBFB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988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E2B7-2D40-4467-85FB-DD2DCA11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DED1F-7640-3C3E-070F-BDDC87EF5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0A589-96CA-1CA7-F70B-9BD192827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2D5A5-CD70-C1F4-64C8-7E8F29A9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A612-F273-80B6-2FEE-67545E53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0CC6C-C7B7-C228-A399-2FB67374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941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81BF-0803-F4B4-9D5D-9D5A5AB8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CB124-B11E-D868-BECD-B41F59B70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D66DF-C332-5BE9-5D1F-AC568CF9F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7344B-629D-DC71-2FD5-55C9CE60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D5E23-0543-15AB-E9F3-CDD91A27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463E88-E689-A34C-0222-F6B186F5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ACE362-484C-F001-3AAD-770BE8A7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24BE4-B6CE-F0E7-673E-CCAC7582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4065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01AA-6571-CBEF-C6C0-A5C010B0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F4C13-9A55-4ED0-2520-49D634CE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683A3-1912-92FA-63B5-323E7274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18DFB-29C8-FFBC-7CA3-43453C61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21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4109B-0BAE-E70E-A942-85E59710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56B57-7CE1-9C4D-A3EC-ACA6C214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CC96B-F340-D3C2-D5BF-042B8CDB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253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E0A0-A57B-120C-84CB-41CFD10CA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7BBCD-9A17-A2B4-EB42-B57DA95D3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CAA19-94B4-5B7D-FC48-5987113B8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5C927-2BB6-BAA2-C233-49493B72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F18E4-8A13-0373-9C73-D3382EE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A4B3-E660-4587-2BD5-DE02B69E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752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A6C3-8E49-4760-2C56-C4FFF301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35F35-A613-38F6-B8EE-F8538AD0D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C4415-25B0-B150-7AFC-FBA50B8D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32CF7-AE82-926F-92BC-5D14DC7F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213EB-F186-5693-0286-E56714E0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7588-C4B9-0714-2AEE-5F82D5FC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192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57F7-DF1D-ACEE-39AD-6968E863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D86F4-AEA3-C62F-0D14-E42DAF24D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8C64-A15C-D9E0-2C37-0B417FB5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C65CD-6A9A-C7CA-C03D-8D92586E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786AE-6143-D8DC-F8CA-8B1DAE09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863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E2FF6-CC10-FF55-BE81-2E0A46AF1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95BF6-8F25-C241-85C5-B8B626251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1098C-31CB-B82A-FAF7-AE94FBD0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340C3-9028-2485-929D-C420C40E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F175-417E-DC1A-DBDE-D3694116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558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B495-65B6-F03C-15E8-2310D138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812D0-DE4C-8C69-054B-8F1BBC986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CB329-1B7C-7EF1-1E5F-E32DAD67F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7C65C-1428-4182-92C1-7916E4AF245B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4DC4-5389-839A-1F64-9589989A7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C6F4E-23AE-68B4-C749-5BABD4AA2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74DEA-D4B3-4832-AE5E-F7E133A2F8F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3897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5BAF-C73D-6225-831D-49F5DE031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53722-8D39-4DC3-1EB9-AF4670DC8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06A734-1E26-89E9-2AE1-471E44094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" y="0"/>
            <a:ext cx="1213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1356-9E9E-122D-333E-D03CC572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CD88-E368-413B-5162-2BCE19FAB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0A147-894C-FED6-2A86-C9ABDC225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BA8B2C-9A18-806C-B594-51ADA9CDA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9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F389-6F34-2302-9F82-48F3202E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DDD1-F015-2F40-807C-39EB2F121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F9974-1AA1-06A0-232A-254F74A8F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433B0-1ADF-5E50-D98F-5D9CE7E40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01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3682-6D3B-2AB5-FFE2-E772E2E63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ED1-480E-8970-0464-0F77F0FA2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027BA-2643-9848-3DFF-27CF9138D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54FF9-43D9-3E26-D972-943F9DB9F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39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72B1-FD55-5FF8-C42B-AC703899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F5A2-5BBD-5A9E-7557-526013E1B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B572B-712A-D908-387C-5399A9CB3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D752E-899F-E841-EE67-F2EE921E6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29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91A1-E0C5-343D-66A5-42E0D767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E09D-CD2D-F6D0-26B1-8D54418A5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54C71-CC39-C6AA-68FF-2DE6BAE79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07353-9F72-161B-A985-1D83B9E76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" y="0"/>
            <a:ext cx="12150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1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1606-F57A-9E28-58CB-DB793E1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BC45-2D51-E1E8-DFD7-671DF55795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7D54B-C565-2C65-ED76-FCF9F5643B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772DE-B47C-9C88-A0D3-B1B7E7E14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6" y="0"/>
            <a:ext cx="12158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2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8208-581A-48D5-81BD-A3EE524CB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8D9A-D219-523A-0DB0-6385E7A92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268B0-6EC6-63C9-C84A-B20F4EFF5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ADF4B-D185-68E7-E40F-50742FAA3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0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9DF9-6103-9478-848B-7FAB6CD1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EB1D-81F8-1204-F431-FC4B48E534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D7FE2-C206-9CF2-DC9D-74CDC4F182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CC1D3-B39B-9211-42EC-6EF213C8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" y="0"/>
            <a:ext cx="12167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45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Katani wayou</dc:creator>
  <cp:lastModifiedBy>Katani wayou</cp:lastModifiedBy>
  <cp:revision>6</cp:revision>
  <dcterms:created xsi:type="dcterms:W3CDTF">2026-01-11T13:09:19Z</dcterms:created>
  <dcterms:modified xsi:type="dcterms:W3CDTF">2026-01-11T14:31:47Z</dcterms:modified>
</cp:coreProperties>
</file>